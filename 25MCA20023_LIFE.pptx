
<file path=[Content_Types].xml><?xml version="1.0" encoding="utf-8"?>
<Types xmlns="http://schemas.openxmlformats.org/package/2006/content-types">
  <Default Extension="fntdata" ContentType="application/x-fontdata"/>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Lst>
  <p:sldSz cx="18288000" cy="10287000"/>
  <p:notesSz cx="6858000" cy="9144000"/>
  <p:embeddedFontLst>
    <p:embeddedFont>
      <p:font typeface="Canva Sans" panose="020B0604020202020204" charset="0"/>
      <p:regular r:id="rId8"/>
    </p:embeddedFont>
    <p:embeddedFont>
      <p:font typeface="Canva Sans Bold" panose="020B0604020202020204" charset="0"/>
      <p:regular r:id="rId9"/>
    </p:embeddedFont>
    <p:embeddedFont>
      <p:font typeface="Canva Sans Bold Italics" panose="020B0604020202020204" charset="0"/>
      <p:regular r:id="rId10"/>
    </p:embeddedFont>
    <p:embeddedFont>
      <p:font typeface="Montserrat" panose="00000500000000000000" pitchFamily="2" charset="0"/>
      <p:regular r:id="rId11"/>
    </p:embeddedFont>
    <p:embeddedFont>
      <p:font typeface="RoxboroughCF Bold" panose="020B0604020202020204" charset="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E2F3A3-1822-44EB-8F5C-DF44827BFD3B}" v="5" dt="2026-02-02T12:55:15.200"/>
    <p1510:client id="{A0AD6405-B49F-5B0C-9197-A00D189A54E5}" v="1" dt="2026-02-01T16:47:37.9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9" d="100"/>
          <a:sy n="39" d="100"/>
        </p:scale>
        <p:origin x="940" y="5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5.fntdata"/><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jali singh" userId="5b5b6f002acdb2cb" providerId="LiveId" clId="{EE62CBE4-35B1-496A-8A24-136775C9EB5D}"/>
    <pc:docChg chg="modSld">
      <pc:chgData name="anjali singh" userId="5b5b6f002acdb2cb" providerId="LiveId" clId="{EE62CBE4-35B1-496A-8A24-136775C9EB5D}" dt="2026-02-02T12:55:39.110" v="11"/>
      <pc:docMkLst>
        <pc:docMk/>
      </pc:docMkLst>
      <pc:sldChg chg="addSp delSp modSp mod">
        <pc:chgData name="anjali singh" userId="5b5b6f002acdb2cb" providerId="LiveId" clId="{EE62CBE4-35B1-496A-8A24-136775C9EB5D}" dt="2026-02-02T12:55:39.110" v="11"/>
        <pc:sldMkLst>
          <pc:docMk/>
          <pc:sldMk cId="0" sldId="259"/>
        </pc:sldMkLst>
        <pc:spChg chg="add del mod">
          <ac:chgData name="anjali singh" userId="5b5b6f002acdb2cb" providerId="LiveId" clId="{EE62CBE4-35B1-496A-8A24-136775C9EB5D}" dt="2026-02-02T12:55:39.108" v="9"/>
          <ac:spMkLst>
            <pc:docMk/>
            <pc:sldMk cId="0" sldId="259"/>
            <ac:spMk id="2" creationId="{75DA77F9-70D4-AE34-74B3-F8AF330DBC4B}"/>
          </ac:spMkLst>
        </pc:spChg>
        <pc:spChg chg="add del mod">
          <ac:chgData name="anjali singh" userId="5b5b6f002acdb2cb" providerId="LiveId" clId="{EE62CBE4-35B1-496A-8A24-136775C9EB5D}" dt="2026-02-02T12:55:39.110" v="11"/>
          <ac:spMkLst>
            <pc:docMk/>
            <pc:sldMk cId="0" sldId="259"/>
            <ac:spMk id="3" creationId="{1AF05ABB-A4D5-24AC-388B-E32808D018EF}"/>
          </ac:spMkLst>
        </pc:spChg>
        <pc:spChg chg="add mod">
          <ac:chgData name="anjali singh" userId="5b5b6f002acdb2cb" providerId="LiveId" clId="{EE62CBE4-35B1-496A-8A24-136775C9EB5D}" dt="2026-02-02T12:55:29.057" v="6" actId="207"/>
          <ac:spMkLst>
            <pc:docMk/>
            <pc:sldMk cId="0" sldId="259"/>
            <ac:spMk id="4" creationId="{F89F3726-3C48-04FA-0888-202CD2D075A5}"/>
          </ac:spMkLst>
        </pc:spChg>
        <pc:spChg chg="mod">
          <ac:chgData name="anjali singh" userId="5b5b6f002acdb2cb" providerId="LiveId" clId="{EE62CBE4-35B1-496A-8A24-136775C9EB5D}" dt="2026-02-02T12:55:37.996" v="7" actId="207"/>
          <ac:spMkLst>
            <pc:docMk/>
            <pc:sldMk cId="0" sldId="259"/>
            <ac:spMk id="6" creationId="{00000000-0000-0000-0000-000000000000}"/>
          </ac:spMkLst>
        </pc:spChg>
        <pc:picChg chg="mod">
          <ac:chgData name="anjali singh" userId="5b5b6f002acdb2cb" providerId="LiveId" clId="{EE62CBE4-35B1-496A-8A24-136775C9EB5D}" dt="2026-02-02T04:04:36.771" v="1" actId="1038"/>
          <ac:picMkLst>
            <pc:docMk/>
            <pc:sldMk cId="0" sldId="259"/>
            <ac:picMk id="5" creationId="{B3EC42D0-4151-4BA0-5F26-F39F757A9ECB}"/>
          </ac:picMkLst>
        </pc:picChg>
      </pc:sldChg>
    </pc:docChg>
  </pc:docChgLst>
  <pc:docChgLst>
    <pc:chgData name="Guest User" providerId="Windows Live" clId="Web-{A0AD6405-B49F-5B0C-9197-A00D189A54E5}"/>
    <pc:docChg chg="modSld">
      <pc:chgData name="Guest User" userId="" providerId="Windows Live" clId="Web-{A0AD6405-B49F-5B0C-9197-A00D189A54E5}" dt="2026-02-01T16:47:37.985" v="0"/>
      <pc:docMkLst>
        <pc:docMk/>
      </pc:docMkLst>
      <pc:sldChg chg="addSp">
        <pc:chgData name="Guest User" userId="" providerId="Windows Live" clId="Web-{A0AD6405-B49F-5B0C-9197-A00D189A54E5}" dt="2026-02-01T16:47:37.985" v="0"/>
        <pc:sldMkLst>
          <pc:docMk/>
          <pc:sldMk cId="0" sldId="256"/>
        </pc:sldMkLst>
        <pc:inkChg chg="add">
          <ac:chgData name="Guest User" userId="" providerId="Windows Live" clId="Web-{A0AD6405-B49F-5B0C-9197-A00D189A54E5}" dt="2026-02-01T16:47:37.985" v="0"/>
          <ac:inkMkLst>
            <pc:docMk/>
            <pc:sldMk cId="0" sldId="256"/>
            <ac:inkMk id="11" creationId="{6922A9F2-86DE-797B-2E32-2CC34AE11232}"/>
          </ac:inkMkLst>
        </pc:ink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12:45:01.872"/>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24730 11942 16383 0 0,'0'0'0'0'0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customXml" Target="../ink/ink1.xml"/><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3.svg"/></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CFDAA6"/>
        </a:solidFill>
        <a:effectLst/>
      </p:bgPr>
    </p:bg>
    <p:spTree>
      <p:nvGrpSpPr>
        <p:cNvPr id="1" name=""/>
        <p:cNvGrpSpPr/>
        <p:nvPr/>
      </p:nvGrpSpPr>
      <p:grpSpPr>
        <a:xfrm>
          <a:off x="0" y="0"/>
          <a:ext cx="0" cy="0"/>
          <a:chOff x="0" y="0"/>
          <a:chExt cx="0" cy="0"/>
        </a:xfrm>
      </p:grpSpPr>
      <p:sp>
        <p:nvSpPr>
          <p:cNvPr id="2" name="Freeform 2"/>
          <p:cNvSpPr/>
          <p:nvPr/>
        </p:nvSpPr>
        <p:spPr>
          <a:xfrm>
            <a:off x="12205175" y="1028700"/>
            <a:ext cx="5054125" cy="8643286"/>
          </a:xfrm>
          <a:custGeom>
            <a:avLst/>
            <a:gdLst/>
            <a:ahLst/>
            <a:cxnLst/>
            <a:rect l="l" t="t" r="r" b="b"/>
            <a:pathLst>
              <a:path w="5054125" h="8643286">
                <a:moveTo>
                  <a:pt x="0" y="0"/>
                </a:moveTo>
                <a:lnTo>
                  <a:pt x="5054125" y="0"/>
                </a:lnTo>
                <a:lnTo>
                  <a:pt x="5054125" y="8643286"/>
                </a:lnTo>
                <a:lnTo>
                  <a:pt x="0" y="8643286"/>
                </a:lnTo>
                <a:lnTo>
                  <a:pt x="0" y="0"/>
                </a:lnTo>
                <a:close/>
              </a:path>
            </a:pathLst>
          </a:custGeom>
          <a:blipFill>
            <a:blip r:embed="rId2"/>
            <a:stretch>
              <a:fillRect/>
            </a:stretch>
          </a:blipFill>
        </p:spPr>
      </p:sp>
      <p:sp>
        <p:nvSpPr>
          <p:cNvPr id="3" name="AutoShape 3"/>
          <p:cNvSpPr/>
          <p:nvPr/>
        </p:nvSpPr>
        <p:spPr>
          <a:xfrm>
            <a:off x="5457876" y="4203452"/>
            <a:ext cx="6492240" cy="0"/>
          </a:xfrm>
          <a:prstGeom prst="line">
            <a:avLst/>
          </a:prstGeom>
          <a:ln w="38100" cap="flat">
            <a:solidFill>
              <a:srgbClr val="000000"/>
            </a:solidFill>
            <a:prstDash val="solid"/>
            <a:headEnd type="none" w="sm" len="sm"/>
            <a:tailEnd type="triangle" w="lg" len="med"/>
          </a:ln>
        </p:spPr>
      </p:sp>
      <p:sp>
        <p:nvSpPr>
          <p:cNvPr id="4" name="Freeform 4"/>
          <p:cNvSpPr/>
          <p:nvPr/>
        </p:nvSpPr>
        <p:spPr>
          <a:xfrm>
            <a:off x="985562" y="711804"/>
            <a:ext cx="6889681" cy="1803844"/>
          </a:xfrm>
          <a:custGeom>
            <a:avLst/>
            <a:gdLst/>
            <a:ahLst/>
            <a:cxnLst/>
            <a:rect l="l" t="t" r="r" b="b"/>
            <a:pathLst>
              <a:path w="6889681" h="1803844">
                <a:moveTo>
                  <a:pt x="0" y="0"/>
                </a:moveTo>
                <a:lnTo>
                  <a:pt x="6889681" y="0"/>
                </a:lnTo>
                <a:lnTo>
                  <a:pt x="6889681" y="1803843"/>
                </a:lnTo>
                <a:lnTo>
                  <a:pt x="0" y="180384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79456" y="27214"/>
            <a:ext cx="18129088" cy="10287000"/>
          </a:xfrm>
          <a:custGeom>
            <a:avLst/>
            <a:gdLst/>
            <a:ahLst/>
            <a:cxnLst/>
            <a:rect l="l" t="t" r="r" b="b"/>
            <a:pathLst>
              <a:path w="18129088" h="10287000">
                <a:moveTo>
                  <a:pt x="0" y="0"/>
                </a:moveTo>
                <a:lnTo>
                  <a:pt x="18129088" y="0"/>
                </a:lnTo>
                <a:lnTo>
                  <a:pt x="18129088" y="10287000"/>
                </a:lnTo>
                <a:lnTo>
                  <a:pt x="0" y="10287000"/>
                </a:lnTo>
                <a:lnTo>
                  <a:pt x="0" y="0"/>
                </a:lnTo>
                <a:close/>
              </a:path>
            </a:pathLst>
          </a:custGeom>
          <a:blipFill>
            <a:blip r:embed="rId5"/>
            <a:stretch>
              <a:fillRect t="-69675" b="-76468"/>
            </a:stretch>
          </a:blipFill>
        </p:spPr>
      </p:sp>
      <p:sp>
        <p:nvSpPr>
          <p:cNvPr id="6" name="TextBox 6"/>
          <p:cNvSpPr txBox="1"/>
          <p:nvPr/>
        </p:nvSpPr>
        <p:spPr>
          <a:xfrm>
            <a:off x="1549108" y="2648444"/>
            <a:ext cx="8632423" cy="1154959"/>
          </a:xfrm>
          <a:prstGeom prst="rect">
            <a:avLst/>
          </a:prstGeom>
        </p:spPr>
        <p:txBody>
          <a:bodyPr lIns="0" tIns="0" rIns="0" bIns="0" rtlCol="0" anchor="t">
            <a:spAutoFit/>
          </a:bodyPr>
          <a:lstStyle/>
          <a:p>
            <a:pPr algn="ctr">
              <a:lnSpc>
                <a:spcPts val="9452"/>
              </a:lnSpc>
            </a:pPr>
            <a:r>
              <a:rPr lang="en-US" sz="6751" spc="1080">
                <a:gradFill>
                  <a:gsLst>
                    <a:gs pos="0">
                      <a:srgbClr val="000000">
                        <a:alpha val="100000"/>
                      </a:srgbClr>
                    </a:gs>
                    <a:gs pos="100000">
                      <a:srgbClr val="C89116">
                        <a:alpha val="100000"/>
                      </a:srgbClr>
                    </a:gs>
                  </a:gsLst>
                  <a:lin ang="0"/>
                </a:gradFill>
                <a:latin typeface="Montserrat"/>
                <a:ea typeface="Montserrat"/>
                <a:cs typeface="Montserrat"/>
                <a:sym typeface="Montserrat"/>
              </a:rPr>
              <a:t>“LIVING TRUE?”</a:t>
            </a:r>
          </a:p>
        </p:txBody>
      </p:sp>
      <p:sp>
        <p:nvSpPr>
          <p:cNvPr id="7" name="TextBox 7"/>
          <p:cNvSpPr txBox="1"/>
          <p:nvPr/>
        </p:nvSpPr>
        <p:spPr>
          <a:xfrm>
            <a:off x="2209800" y="495300"/>
            <a:ext cx="4572000" cy="2176237"/>
          </a:xfrm>
          <a:prstGeom prst="rect">
            <a:avLst/>
          </a:prstGeom>
        </p:spPr>
        <p:txBody>
          <a:bodyPr wrap="square" lIns="0" tIns="0" rIns="0" bIns="0" rtlCol="0" anchor="t">
            <a:spAutoFit/>
          </a:bodyPr>
          <a:lstStyle/>
          <a:p>
            <a:pPr algn="l">
              <a:lnSpc>
                <a:spcPts val="19039"/>
              </a:lnSpc>
            </a:pPr>
            <a:r>
              <a:rPr lang="en-US" sz="13599" b="1" spc="-271">
                <a:gradFill>
                  <a:gsLst>
                    <a:gs pos="0">
                      <a:srgbClr val="000000">
                        <a:alpha val="100000"/>
                      </a:srgbClr>
                    </a:gs>
                    <a:gs pos="100000">
                      <a:srgbClr val="C89116">
                        <a:alpha val="100000"/>
                      </a:srgbClr>
                    </a:gs>
                  </a:gsLst>
                  <a:lin ang="0"/>
                </a:gradFill>
                <a:latin typeface="RoxboroughCF Bold"/>
                <a:ea typeface="RoxboroughCF Bold"/>
                <a:cs typeface="RoxboroughCF Bold"/>
                <a:sym typeface="RoxboroughCF Bold"/>
              </a:rPr>
              <a:t>LIFE</a:t>
            </a:r>
          </a:p>
        </p:txBody>
      </p:sp>
      <p:sp>
        <p:nvSpPr>
          <p:cNvPr id="8" name="TextBox 8"/>
          <p:cNvSpPr txBox="1"/>
          <p:nvPr/>
        </p:nvSpPr>
        <p:spPr>
          <a:xfrm>
            <a:off x="1006929" y="5170714"/>
            <a:ext cx="7396438" cy="1189749"/>
          </a:xfrm>
          <a:prstGeom prst="rect">
            <a:avLst/>
          </a:prstGeom>
        </p:spPr>
        <p:txBody>
          <a:bodyPr wrap="square" lIns="0" tIns="0" rIns="0" bIns="0" rtlCol="0" anchor="t">
            <a:spAutoFit/>
          </a:bodyPr>
          <a:lstStyle/>
          <a:p>
            <a:pPr marL="367029" lvl="1" algn="ctr">
              <a:lnSpc>
                <a:spcPts val="4759"/>
              </a:lnSpc>
            </a:pPr>
            <a:r>
              <a:rPr lang="en-US" sz="3399" b="1">
                <a:gradFill>
                  <a:gsLst>
                    <a:gs pos="0">
                      <a:srgbClr val="000000">
                        <a:alpha val="100000"/>
                      </a:srgbClr>
                    </a:gs>
                    <a:gs pos="100000">
                      <a:srgbClr val="C89116">
                        <a:alpha val="100000"/>
                      </a:srgbClr>
                    </a:gs>
                  </a:gsLst>
                  <a:lin ang="0"/>
                </a:gradFill>
                <a:latin typeface="Canva Sans Bold"/>
                <a:ea typeface="Canva Sans Bold"/>
                <a:cs typeface="Canva Sans Bold"/>
                <a:sym typeface="Canva Sans Bold"/>
              </a:rPr>
              <a:t>NAME :ANJALI KUMARI</a:t>
            </a:r>
          </a:p>
          <a:p>
            <a:pPr algn="ctr">
              <a:lnSpc>
                <a:spcPts val="4759"/>
              </a:lnSpc>
            </a:pPr>
            <a:endParaRPr lang="en-US" sz="3399" b="1">
              <a:gradFill>
                <a:gsLst>
                  <a:gs pos="0">
                    <a:srgbClr val="000000">
                      <a:alpha val="100000"/>
                    </a:srgbClr>
                  </a:gs>
                  <a:gs pos="100000">
                    <a:srgbClr val="C89116">
                      <a:alpha val="100000"/>
                    </a:srgbClr>
                  </a:gs>
                </a:gsLst>
                <a:lin ang="0"/>
              </a:gradFill>
              <a:latin typeface="Canva Sans Bold"/>
              <a:ea typeface="Canva Sans Bold"/>
              <a:cs typeface="Canva Sans Bold"/>
              <a:sym typeface="Canva Sans Bold"/>
            </a:endParaRPr>
          </a:p>
        </p:txBody>
      </p:sp>
      <p:sp>
        <p:nvSpPr>
          <p:cNvPr id="9" name="TextBox 9"/>
          <p:cNvSpPr txBox="1"/>
          <p:nvPr/>
        </p:nvSpPr>
        <p:spPr>
          <a:xfrm>
            <a:off x="1039586" y="5951996"/>
            <a:ext cx="8858352" cy="511820"/>
          </a:xfrm>
          <a:prstGeom prst="rect">
            <a:avLst/>
          </a:prstGeom>
        </p:spPr>
        <p:txBody>
          <a:bodyPr lIns="0" tIns="0" rIns="0" bIns="0" rtlCol="0" anchor="t">
            <a:spAutoFit/>
          </a:bodyPr>
          <a:lstStyle/>
          <a:p>
            <a:pPr marL="334604" lvl="1" algn="ctr">
              <a:lnSpc>
                <a:spcPts val="4339"/>
              </a:lnSpc>
            </a:pPr>
            <a:r>
              <a:rPr lang="en-US" sz="3099" b="1">
                <a:gradFill>
                  <a:gsLst>
                    <a:gs pos="0">
                      <a:srgbClr val="000000">
                        <a:alpha val="100000"/>
                      </a:srgbClr>
                    </a:gs>
                    <a:gs pos="100000">
                      <a:srgbClr val="C89116">
                        <a:alpha val="100000"/>
                      </a:srgbClr>
                    </a:gs>
                  </a:gsLst>
                  <a:lin ang="0"/>
                </a:gradFill>
                <a:latin typeface="Canva Sans Bold"/>
                <a:ea typeface="Canva Sans Bold"/>
                <a:cs typeface="Canva Sans Bold"/>
                <a:sym typeface="Canva Sans Bold"/>
              </a:rPr>
              <a:t>AFFLIMATION :CHANDIGARH UNIVERSITY</a:t>
            </a:r>
          </a:p>
        </p:txBody>
      </p:sp>
      <p:sp>
        <p:nvSpPr>
          <p:cNvPr id="10" name="TextBox 10"/>
          <p:cNvSpPr txBox="1"/>
          <p:nvPr/>
        </p:nvSpPr>
        <p:spPr>
          <a:xfrm>
            <a:off x="1034703" y="6529657"/>
            <a:ext cx="7109321" cy="1189749"/>
          </a:xfrm>
          <a:prstGeom prst="rect">
            <a:avLst/>
          </a:prstGeom>
        </p:spPr>
        <p:txBody>
          <a:bodyPr lIns="0" tIns="0" rIns="0" bIns="0" rtlCol="0" anchor="t">
            <a:spAutoFit/>
          </a:bodyPr>
          <a:lstStyle/>
          <a:p>
            <a:pPr marL="367029" lvl="1" algn="ctr">
              <a:lnSpc>
                <a:spcPts val="4759"/>
              </a:lnSpc>
            </a:pPr>
            <a:r>
              <a:rPr lang="en-US" sz="3399" b="1">
                <a:gradFill>
                  <a:gsLst>
                    <a:gs pos="0">
                      <a:srgbClr val="000000">
                        <a:alpha val="100000"/>
                      </a:srgbClr>
                    </a:gs>
                    <a:gs pos="100000">
                      <a:srgbClr val="C89116">
                        <a:alpha val="100000"/>
                      </a:srgbClr>
                    </a:gs>
                  </a:gsLst>
                  <a:lin ang="0"/>
                </a:gradFill>
                <a:latin typeface="Canva Sans Bold"/>
                <a:ea typeface="Canva Sans Bold"/>
                <a:cs typeface="Canva Sans Bold"/>
                <a:sym typeface="Canva Sans Bold"/>
              </a:rPr>
              <a:t>SUBMITTED TO : DR SIMRAN MAM</a:t>
            </a:r>
          </a:p>
        </p:txBody>
      </p:sp>
      <mc:AlternateContent xmlns:mc="http://schemas.openxmlformats.org/markup-compatibility/2006" xmlns:p14="http://schemas.microsoft.com/office/powerpoint/2010/main">
        <mc:Choice Requires="p14">
          <p:contentPart p14:bwMode="auto" r:id="rId6">
            <p14:nvContentPartPr>
              <p14:cNvPr id="11" name="Ink 10">
                <a:extLst>
                  <a:ext uri="{FF2B5EF4-FFF2-40B4-BE49-F238E27FC236}">
                    <a16:creationId xmlns:a16="http://schemas.microsoft.com/office/drawing/2014/main" id="{6922A9F2-86DE-797B-2E32-2CC34AE11232}"/>
                  </a:ext>
                </a:extLst>
              </p14:cNvPr>
              <p14:cNvContentPartPr/>
              <p14:nvPr/>
            </p14:nvContentPartPr>
            <p14:xfrm>
              <a:off x="20130449" y="10653784"/>
              <a:ext cx="25589" cy="25589"/>
            </p14:xfrm>
          </p:contentPart>
        </mc:Choice>
        <mc:Fallback xmlns="">
          <p:pic>
            <p:nvPicPr>
              <p:cNvPr id="11" name="Ink 10">
                <a:extLst>
                  <a:ext uri="{FF2B5EF4-FFF2-40B4-BE49-F238E27FC236}">
                    <a16:creationId xmlns:a16="http://schemas.microsoft.com/office/drawing/2014/main" id="{6922A9F2-86DE-797B-2E32-2CC34AE11232}"/>
                  </a:ext>
                </a:extLst>
              </p:cNvPr>
              <p:cNvPicPr/>
              <p:nvPr/>
            </p:nvPicPr>
            <p:blipFill>
              <a:blip r:embed="rId7"/>
              <a:stretch>
                <a:fillRect/>
              </a:stretch>
            </p:blipFill>
            <p:spPr>
              <a:xfrm>
                <a:off x="16292099" y="2977084"/>
                <a:ext cx="7676700" cy="15353400"/>
              </a:xfrm>
              <a:prstGeom prst="rect">
                <a:avLst/>
              </a:prstGeom>
            </p:spPr>
          </p:pic>
        </mc:Fallback>
      </mc:AlternateContent>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CFDAA6"/>
        </a:solidFill>
        <a:effectLst/>
      </p:bgPr>
    </p:bg>
    <p:spTree>
      <p:nvGrpSpPr>
        <p:cNvPr id="1" name=""/>
        <p:cNvGrpSpPr/>
        <p:nvPr/>
      </p:nvGrpSpPr>
      <p:grpSpPr>
        <a:xfrm>
          <a:off x="0" y="0"/>
          <a:ext cx="0" cy="0"/>
          <a:chOff x="0" y="0"/>
          <a:chExt cx="0" cy="0"/>
        </a:xfrm>
      </p:grpSpPr>
      <p:sp>
        <p:nvSpPr>
          <p:cNvPr id="2" name="Freeform 2"/>
          <p:cNvSpPr/>
          <p:nvPr/>
        </p:nvSpPr>
        <p:spPr>
          <a:xfrm>
            <a:off x="514350" y="703891"/>
            <a:ext cx="6715918" cy="8879218"/>
          </a:xfrm>
          <a:custGeom>
            <a:avLst/>
            <a:gdLst/>
            <a:ahLst/>
            <a:cxnLst/>
            <a:rect l="l" t="t" r="r" b="b"/>
            <a:pathLst>
              <a:path w="6715918" h="8879218">
                <a:moveTo>
                  <a:pt x="0" y="0"/>
                </a:moveTo>
                <a:lnTo>
                  <a:pt x="6715918" y="0"/>
                </a:lnTo>
                <a:lnTo>
                  <a:pt x="6715918" y="8879218"/>
                </a:lnTo>
                <a:lnTo>
                  <a:pt x="0" y="887921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8362284" y="903660"/>
            <a:ext cx="8897016" cy="9028337"/>
          </a:xfrm>
          <a:custGeom>
            <a:avLst/>
            <a:gdLst/>
            <a:ahLst/>
            <a:cxnLst/>
            <a:rect l="l" t="t" r="r" b="b"/>
            <a:pathLst>
              <a:path w="8897016" h="9028337">
                <a:moveTo>
                  <a:pt x="0" y="0"/>
                </a:moveTo>
                <a:lnTo>
                  <a:pt x="8897016" y="0"/>
                </a:lnTo>
                <a:lnTo>
                  <a:pt x="8897016" y="9028337"/>
                </a:lnTo>
                <a:lnTo>
                  <a:pt x="0" y="902833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 name="Group 4"/>
          <p:cNvGrpSpPr/>
          <p:nvPr/>
        </p:nvGrpSpPr>
        <p:grpSpPr>
          <a:xfrm>
            <a:off x="8362284" y="1028700"/>
            <a:ext cx="8398072" cy="3781714"/>
            <a:chOff x="0" y="0"/>
            <a:chExt cx="11197429" cy="5042285"/>
          </a:xfrm>
        </p:grpSpPr>
        <p:sp>
          <p:nvSpPr>
            <p:cNvPr id="5" name="TextBox 5"/>
            <p:cNvSpPr txBox="1"/>
            <p:nvPr/>
          </p:nvSpPr>
          <p:spPr>
            <a:xfrm>
              <a:off x="0" y="180975"/>
              <a:ext cx="11197429" cy="2717506"/>
            </a:xfrm>
            <a:prstGeom prst="rect">
              <a:avLst/>
            </a:prstGeom>
          </p:spPr>
          <p:txBody>
            <a:bodyPr lIns="0" tIns="0" rIns="0" bIns="0" rtlCol="0" anchor="t">
              <a:spAutoFit/>
            </a:bodyPr>
            <a:lstStyle/>
            <a:p>
              <a:pPr marL="0" lvl="0" indent="0" algn="l">
                <a:lnSpc>
                  <a:spcPts val="7663"/>
                </a:lnSpc>
              </a:pPr>
              <a:r>
                <a:rPr lang="en-US" sz="7900" b="1">
                  <a:solidFill>
                    <a:srgbClr val="000000"/>
                  </a:solidFill>
                  <a:latin typeface="Canva Sans Bold"/>
                  <a:ea typeface="Canva Sans Bold"/>
                  <a:cs typeface="Canva Sans Bold"/>
                  <a:sym typeface="Canva Sans Bold"/>
                </a:rPr>
                <a:t>what does ‘life’ really mean to?</a:t>
              </a:r>
            </a:p>
          </p:txBody>
        </p:sp>
        <p:sp>
          <p:nvSpPr>
            <p:cNvPr id="6" name="TextBox 6"/>
            <p:cNvSpPr txBox="1"/>
            <p:nvPr/>
          </p:nvSpPr>
          <p:spPr>
            <a:xfrm>
              <a:off x="270459" y="3670896"/>
              <a:ext cx="8281080" cy="1371388"/>
            </a:xfrm>
            <a:prstGeom prst="rect">
              <a:avLst/>
            </a:prstGeom>
          </p:spPr>
          <p:txBody>
            <a:bodyPr lIns="0" tIns="0" rIns="0" bIns="0" rtlCol="0" anchor="t">
              <a:spAutoFit/>
            </a:bodyPr>
            <a:lstStyle/>
            <a:p>
              <a:pPr marL="0" lvl="0" indent="0" algn="l">
                <a:lnSpc>
                  <a:spcPts val="4160"/>
                </a:lnSpc>
              </a:pPr>
              <a:r>
                <a:rPr lang="en-US" sz="3200" b="1">
                  <a:solidFill>
                    <a:srgbClr val="000000"/>
                  </a:solidFill>
                  <a:latin typeface="Canva Sans Bold"/>
                  <a:ea typeface="Canva Sans Bold"/>
                  <a:cs typeface="Canva Sans Bold"/>
                  <a:sym typeface="Canva Sans Bold"/>
                </a:rPr>
                <a:t>LIFE = Learning + Integrity + Faith + Effort.</a:t>
              </a:r>
            </a:p>
          </p:txBody>
        </p:sp>
      </p:grpSp>
      <p:grpSp>
        <p:nvGrpSpPr>
          <p:cNvPr id="7" name="Group 7"/>
          <p:cNvGrpSpPr/>
          <p:nvPr/>
        </p:nvGrpSpPr>
        <p:grpSpPr>
          <a:xfrm>
            <a:off x="11489474" y="5427384"/>
            <a:ext cx="5769826" cy="3830916"/>
            <a:chOff x="0" y="0"/>
            <a:chExt cx="7693101" cy="5107888"/>
          </a:xfrm>
        </p:grpSpPr>
        <p:sp>
          <p:nvSpPr>
            <p:cNvPr id="8" name="TextBox 8"/>
            <p:cNvSpPr txBox="1"/>
            <p:nvPr/>
          </p:nvSpPr>
          <p:spPr>
            <a:xfrm>
              <a:off x="0" y="-9525"/>
              <a:ext cx="7693101" cy="3159125"/>
            </a:xfrm>
            <a:prstGeom prst="rect">
              <a:avLst/>
            </a:prstGeom>
          </p:spPr>
          <p:txBody>
            <a:bodyPr lIns="0" tIns="0" rIns="0" bIns="0" rtlCol="0" anchor="t">
              <a:spAutoFit/>
            </a:bodyPr>
            <a:lstStyle/>
            <a:p>
              <a:pPr marL="421379" lvl="1" indent="-210690" algn="l">
                <a:lnSpc>
                  <a:spcPts val="2342"/>
                </a:lnSpc>
                <a:buFont typeface="Arial"/>
                <a:buChar char="•"/>
              </a:pPr>
              <a:r>
                <a:rPr lang="en-US" sz="1951" b="1" i="1">
                  <a:solidFill>
                    <a:srgbClr val="000000"/>
                  </a:solidFill>
                  <a:latin typeface="Canva Sans Bold Italics"/>
                  <a:ea typeface="Canva Sans Bold Italics"/>
                  <a:cs typeface="Canva Sans Bold Italics"/>
                  <a:sym typeface="Canva Sans Bold Italics"/>
                </a:rPr>
                <a:t>L – Learning: Helps us grow and gain knowledge   .</a:t>
              </a:r>
            </a:p>
            <a:p>
              <a:pPr marL="421379" lvl="1" indent="-210690" algn="l">
                <a:lnSpc>
                  <a:spcPts val="2342"/>
                </a:lnSpc>
                <a:buFont typeface="Arial"/>
                <a:buChar char="•"/>
              </a:pPr>
              <a:r>
                <a:rPr lang="en-US" sz="1951" b="1" i="1">
                  <a:solidFill>
                    <a:srgbClr val="000000"/>
                  </a:solidFill>
                  <a:latin typeface="Canva Sans Bold Italics"/>
                  <a:ea typeface="Canva Sans Bold Italics"/>
                  <a:cs typeface="Canva Sans Bold Italics"/>
                  <a:sym typeface="Canva Sans Bold Italics"/>
                </a:rPr>
                <a:t>I – Integrity: Guides our actions with honesty and values</a:t>
              </a:r>
            </a:p>
            <a:p>
              <a:pPr marL="421379" lvl="1" indent="-210690" algn="l">
                <a:lnSpc>
                  <a:spcPts val="2342"/>
                </a:lnSpc>
                <a:buFont typeface="Arial"/>
                <a:buChar char="•"/>
              </a:pPr>
              <a:r>
                <a:rPr lang="en-US" sz="1951" b="1" i="1">
                  <a:solidFill>
                    <a:srgbClr val="000000"/>
                  </a:solidFill>
                  <a:latin typeface="Canva Sans Bold Italics"/>
                  <a:ea typeface="Canva Sans Bold Italics"/>
                  <a:cs typeface="Canva Sans Bold Italics"/>
                  <a:sym typeface="Canva Sans Bold Italics"/>
                </a:rPr>
                <a:t>F – Faith: Gives strength, hope, and belief in ourselves</a:t>
              </a:r>
            </a:p>
            <a:p>
              <a:pPr marL="421379" lvl="1" indent="-210690" algn="l">
                <a:lnSpc>
                  <a:spcPts val="2342"/>
                </a:lnSpc>
                <a:buFont typeface="Arial"/>
                <a:buChar char="•"/>
              </a:pPr>
              <a:r>
                <a:rPr lang="en-US" sz="1951" b="1" i="1">
                  <a:solidFill>
                    <a:srgbClr val="000000"/>
                  </a:solidFill>
                  <a:latin typeface="Canva Sans Bold Italics"/>
                  <a:ea typeface="Canva Sans Bold Italics"/>
                  <a:cs typeface="Canva Sans Bold Italics"/>
                  <a:sym typeface="Canva Sans Bold Italics"/>
                </a:rPr>
                <a:t>E – Effort: Drives us forward toward goals and success</a:t>
              </a:r>
            </a:p>
          </p:txBody>
        </p:sp>
        <p:sp>
          <p:nvSpPr>
            <p:cNvPr id="9" name="TextBox 9"/>
            <p:cNvSpPr txBox="1"/>
            <p:nvPr/>
          </p:nvSpPr>
          <p:spPr>
            <a:xfrm>
              <a:off x="0" y="3334841"/>
              <a:ext cx="7693101" cy="1773047"/>
            </a:xfrm>
            <a:prstGeom prst="rect">
              <a:avLst/>
            </a:prstGeom>
          </p:spPr>
          <p:txBody>
            <a:bodyPr lIns="0" tIns="0" rIns="0" bIns="0" rtlCol="0" anchor="t">
              <a:spAutoFit/>
            </a:bodyPr>
            <a:lstStyle/>
            <a:p>
              <a:pPr marL="0" lvl="0" indent="0" algn="l">
                <a:lnSpc>
                  <a:spcPts val="3548"/>
                </a:lnSpc>
              </a:pPr>
              <a:r>
                <a:rPr lang="en-US" sz="2729" b="1" i="1">
                  <a:solidFill>
                    <a:srgbClr val="000000"/>
                  </a:solidFill>
                  <a:latin typeface="Canva Sans Bold Italics"/>
                  <a:ea typeface="Canva Sans Bold Italics"/>
                  <a:cs typeface="Canva Sans Bold Italics"/>
                  <a:sym typeface="Canva Sans Bold Italics"/>
                </a:rPr>
                <a:t>Life is a journey built on Learning, Integrity, Faith, and Effort. Each part plays an important role.</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CFDAA6"/>
        </a:solidFill>
        <a:effectLst/>
      </p:bgPr>
    </p:bg>
    <p:spTree>
      <p:nvGrpSpPr>
        <p:cNvPr id="1" name=""/>
        <p:cNvGrpSpPr/>
        <p:nvPr/>
      </p:nvGrpSpPr>
      <p:grpSpPr>
        <a:xfrm>
          <a:off x="0" y="0"/>
          <a:ext cx="0" cy="0"/>
          <a:chOff x="0" y="0"/>
          <a:chExt cx="0" cy="0"/>
        </a:xfrm>
      </p:grpSpPr>
      <p:grpSp>
        <p:nvGrpSpPr>
          <p:cNvPr id="2" name="Group 2"/>
          <p:cNvGrpSpPr/>
          <p:nvPr/>
        </p:nvGrpSpPr>
        <p:grpSpPr>
          <a:xfrm>
            <a:off x="0" y="-2085395"/>
            <a:ext cx="9144000" cy="14554200"/>
            <a:chOff x="0" y="0"/>
            <a:chExt cx="3093156" cy="4923273"/>
          </a:xfrm>
        </p:grpSpPr>
        <p:sp>
          <p:nvSpPr>
            <p:cNvPr id="3" name="Freeform 3"/>
            <p:cNvSpPr/>
            <p:nvPr/>
          </p:nvSpPr>
          <p:spPr>
            <a:xfrm>
              <a:off x="0" y="0"/>
              <a:ext cx="3093156" cy="4923272"/>
            </a:xfrm>
            <a:custGeom>
              <a:avLst/>
              <a:gdLst/>
              <a:ahLst/>
              <a:cxnLst/>
              <a:rect l="l" t="t" r="r" b="b"/>
              <a:pathLst>
                <a:path w="3093156" h="4923272">
                  <a:moveTo>
                    <a:pt x="0" y="0"/>
                  </a:moveTo>
                  <a:lnTo>
                    <a:pt x="3093156" y="0"/>
                  </a:lnTo>
                  <a:lnTo>
                    <a:pt x="3093156" y="4923272"/>
                  </a:lnTo>
                  <a:lnTo>
                    <a:pt x="0" y="4923272"/>
                  </a:lnTo>
                  <a:close/>
                </a:path>
              </a:pathLst>
            </a:custGeom>
            <a:solidFill>
              <a:srgbClr val="FFFFFF"/>
            </a:solidFill>
          </p:spPr>
        </p:sp>
      </p:grpSp>
      <p:grpSp>
        <p:nvGrpSpPr>
          <p:cNvPr id="4" name="Group 4"/>
          <p:cNvGrpSpPr/>
          <p:nvPr/>
        </p:nvGrpSpPr>
        <p:grpSpPr>
          <a:xfrm>
            <a:off x="1028700" y="1028700"/>
            <a:ext cx="16230600" cy="1922973"/>
            <a:chOff x="0" y="0"/>
            <a:chExt cx="21640800" cy="2563963"/>
          </a:xfrm>
        </p:grpSpPr>
        <p:sp>
          <p:nvSpPr>
            <p:cNvPr id="5" name="TextBox 5"/>
            <p:cNvSpPr txBox="1"/>
            <p:nvPr/>
          </p:nvSpPr>
          <p:spPr>
            <a:xfrm>
              <a:off x="0" y="0"/>
              <a:ext cx="21640800" cy="800100"/>
            </a:xfrm>
            <a:prstGeom prst="rect">
              <a:avLst/>
            </a:prstGeom>
          </p:spPr>
          <p:txBody>
            <a:bodyPr lIns="0" tIns="0" rIns="0" bIns="0" rtlCol="0" anchor="t">
              <a:spAutoFit/>
            </a:bodyPr>
            <a:lstStyle/>
            <a:p>
              <a:pPr marL="0" lvl="0" indent="0" algn="l">
                <a:lnSpc>
                  <a:spcPts val="4775"/>
                </a:lnSpc>
              </a:pPr>
              <a:r>
                <a:rPr lang="en-US" sz="3979" b="1">
                  <a:solidFill>
                    <a:srgbClr val="000000"/>
                  </a:solidFill>
                  <a:latin typeface="Canva Sans Bold"/>
                  <a:ea typeface="Canva Sans Bold"/>
                  <a:cs typeface="Canva Sans Bold"/>
                  <a:sym typeface="Canva Sans Bold"/>
                </a:rPr>
                <a:t>People see life in different ways:</a:t>
              </a:r>
            </a:p>
          </p:txBody>
        </p:sp>
        <p:sp>
          <p:nvSpPr>
            <p:cNvPr id="6" name="TextBox 6"/>
            <p:cNvSpPr txBox="1"/>
            <p:nvPr/>
          </p:nvSpPr>
          <p:spPr>
            <a:xfrm>
              <a:off x="0" y="1059066"/>
              <a:ext cx="21640800" cy="1504897"/>
            </a:xfrm>
            <a:prstGeom prst="rect">
              <a:avLst/>
            </a:prstGeom>
          </p:spPr>
          <p:txBody>
            <a:bodyPr lIns="0" tIns="0" rIns="0" bIns="0" rtlCol="0" anchor="t">
              <a:spAutoFit/>
            </a:bodyPr>
            <a:lstStyle/>
            <a:p>
              <a:pPr marL="0" lvl="0" indent="0" algn="l">
                <a:lnSpc>
                  <a:spcPts val="3095"/>
                </a:lnSpc>
              </a:pPr>
              <a:r>
                <a:rPr lang="en-US" sz="2063" b="1" i="1">
                  <a:solidFill>
                    <a:srgbClr val="000000"/>
                  </a:solidFill>
                  <a:latin typeface="Canva Sans Bold Italics"/>
                  <a:ea typeface="Canva Sans Bold Italics"/>
                  <a:cs typeface="Canva Sans Bold Italics"/>
                  <a:sym typeface="Canva Sans Bold Italics"/>
                </a:rPr>
                <a:t>Some view it through a scientific lens, focusing on facts, growth, and understanding the world. Others see life spiritually, looking for meaning, purpose, and inner peace. Both perspectives show how life can be experienced in unique and valuable ways.</a:t>
              </a:r>
            </a:p>
          </p:txBody>
        </p:sp>
      </p:grpSp>
      <p:sp>
        <p:nvSpPr>
          <p:cNvPr id="7" name="TextBox 7"/>
          <p:cNvSpPr txBox="1"/>
          <p:nvPr/>
        </p:nvSpPr>
        <p:spPr>
          <a:xfrm>
            <a:off x="1028700" y="5977247"/>
            <a:ext cx="7298168" cy="635254"/>
          </a:xfrm>
          <a:prstGeom prst="rect">
            <a:avLst/>
          </a:prstGeom>
        </p:spPr>
        <p:txBody>
          <a:bodyPr lIns="0" tIns="0" rIns="0" bIns="0" rtlCol="0" anchor="t">
            <a:spAutoFit/>
          </a:bodyPr>
          <a:lstStyle/>
          <a:p>
            <a:pPr marL="0" lvl="0" indent="0" algn="l">
              <a:lnSpc>
                <a:spcPts val="5174"/>
              </a:lnSpc>
            </a:pPr>
            <a:r>
              <a:rPr lang="en-US" sz="3980" b="1">
                <a:solidFill>
                  <a:srgbClr val="000000"/>
                </a:solidFill>
                <a:latin typeface="Canva Sans Bold"/>
                <a:ea typeface="Canva Sans Bold"/>
                <a:cs typeface="Canva Sans Bold"/>
                <a:sym typeface="Canva Sans Bold"/>
              </a:rPr>
              <a:t>scientific aspect:</a:t>
            </a:r>
          </a:p>
        </p:txBody>
      </p:sp>
      <p:sp>
        <p:nvSpPr>
          <p:cNvPr id="8" name="TextBox 8"/>
          <p:cNvSpPr txBox="1"/>
          <p:nvPr/>
        </p:nvSpPr>
        <p:spPr>
          <a:xfrm>
            <a:off x="1028700" y="4819182"/>
            <a:ext cx="7298168" cy="909955"/>
          </a:xfrm>
          <a:prstGeom prst="rect">
            <a:avLst/>
          </a:prstGeom>
        </p:spPr>
        <p:txBody>
          <a:bodyPr lIns="0" tIns="0" rIns="0" bIns="0" rtlCol="0" anchor="t">
            <a:spAutoFit/>
          </a:bodyPr>
          <a:lstStyle/>
          <a:p>
            <a:pPr algn="l">
              <a:lnSpc>
                <a:spcPts val="7280"/>
              </a:lnSpc>
            </a:pPr>
            <a:r>
              <a:rPr lang="en-US" sz="5600" b="1">
                <a:solidFill>
                  <a:srgbClr val="000000"/>
                </a:solidFill>
                <a:latin typeface="Canva Sans Bold"/>
                <a:ea typeface="Canva Sans Bold"/>
                <a:cs typeface="Canva Sans Bold"/>
                <a:sym typeface="Canva Sans Bold"/>
              </a:rPr>
              <a:t>01</a:t>
            </a:r>
          </a:p>
        </p:txBody>
      </p:sp>
      <p:sp>
        <p:nvSpPr>
          <p:cNvPr id="9" name="TextBox 9"/>
          <p:cNvSpPr txBox="1"/>
          <p:nvPr/>
        </p:nvSpPr>
        <p:spPr>
          <a:xfrm>
            <a:off x="9846287" y="4819182"/>
            <a:ext cx="7413013" cy="909955"/>
          </a:xfrm>
          <a:prstGeom prst="rect">
            <a:avLst/>
          </a:prstGeom>
        </p:spPr>
        <p:txBody>
          <a:bodyPr lIns="0" tIns="0" rIns="0" bIns="0" rtlCol="0" anchor="t">
            <a:spAutoFit/>
          </a:bodyPr>
          <a:lstStyle/>
          <a:p>
            <a:pPr algn="l">
              <a:lnSpc>
                <a:spcPts val="7280"/>
              </a:lnSpc>
            </a:pPr>
            <a:r>
              <a:rPr lang="en-US" sz="5600" b="1">
                <a:solidFill>
                  <a:srgbClr val="000000"/>
                </a:solidFill>
                <a:latin typeface="Canva Sans Bold"/>
                <a:ea typeface="Canva Sans Bold"/>
                <a:cs typeface="Canva Sans Bold"/>
                <a:sym typeface="Canva Sans Bold"/>
              </a:rPr>
              <a:t>02</a:t>
            </a:r>
          </a:p>
        </p:txBody>
      </p:sp>
      <p:sp>
        <p:nvSpPr>
          <p:cNvPr id="10" name="TextBox 10"/>
          <p:cNvSpPr txBox="1"/>
          <p:nvPr/>
        </p:nvSpPr>
        <p:spPr>
          <a:xfrm>
            <a:off x="9846287" y="5977247"/>
            <a:ext cx="7413013" cy="635254"/>
          </a:xfrm>
          <a:prstGeom prst="rect">
            <a:avLst/>
          </a:prstGeom>
        </p:spPr>
        <p:txBody>
          <a:bodyPr lIns="0" tIns="0" rIns="0" bIns="0" rtlCol="0" anchor="t">
            <a:spAutoFit/>
          </a:bodyPr>
          <a:lstStyle/>
          <a:p>
            <a:pPr marL="0" lvl="0" indent="0" algn="l">
              <a:lnSpc>
                <a:spcPts val="5174"/>
              </a:lnSpc>
            </a:pPr>
            <a:r>
              <a:rPr lang="en-US" sz="3980" b="1">
                <a:solidFill>
                  <a:srgbClr val="000000"/>
                </a:solidFill>
                <a:latin typeface="Canva Sans Bold"/>
                <a:ea typeface="Canva Sans Bold"/>
                <a:cs typeface="Canva Sans Bold"/>
                <a:sym typeface="Canva Sans Bold"/>
              </a:rPr>
              <a:t>Spritiual aspect:</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CFDAA6"/>
        </a:solidFill>
        <a:effectLst/>
      </p:bgPr>
    </p:bg>
    <p:spTree>
      <p:nvGrpSpPr>
        <p:cNvPr id="1" name=""/>
        <p:cNvGrpSpPr/>
        <p:nvPr/>
      </p:nvGrpSpPr>
      <p:grpSpPr>
        <a:xfrm>
          <a:off x="0" y="0"/>
          <a:ext cx="0" cy="0"/>
          <a:chOff x="0" y="0"/>
          <a:chExt cx="0" cy="0"/>
        </a:xfrm>
      </p:grpSpPr>
      <p:pic>
        <p:nvPicPr>
          <p:cNvPr id="5" name="WhatsApp Video 2026-01-31 at 12.28.25 PM">
            <a:hlinkClick r:id="" action="ppaction://media"/>
            <a:extLst>
              <a:ext uri="{FF2B5EF4-FFF2-40B4-BE49-F238E27FC236}">
                <a16:creationId xmlns:a16="http://schemas.microsoft.com/office/drawing/2014/main" id="{B3EC42D0-4151-4BA0-5F26-F39F757A9ECB}"/>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32658" y="0"/>
            <a:ext cx="18194584" cy="10287000"/>
          </a:xfrm>
          <a:prstGeom prst="rect">
            <a:avLst/>
          </a:prstGeom>
        </p:spPr>
      </p:pic>
      <p:sp>
        <p:nvSpPr>
          <p:cNvPr id="6" name="TextBox 4"/>
          <p:cNvSpPr txBox="1"/>
          <p:nvPr/>
        </p:nvSpPr>
        <p:spPr>
          <a:xfrm>
            <a:off x="1028700" y="8267700"/>
            <a:ext cx="16230600" cy="958468"/>
          </a:xfrm>
          <a:prstGeom prst="rect">
            <a:avLst/>
          </a:prstGeom>
          <a:solidFill>
            <a:schemeClr val="bg2">
              <a:lumMod val="50000"/>
            </a:schemeClr>
          </a:solidFill>
        </p:spPr>
        <p:txBody>
          <a:bodyPr lIns="0" tIns="0" rIns="0" bIns="0" rtlCol="0" anchor="t">
            <a:spAutoFit/>
          </a:bodyPr>
          <a:lstStyle/>
          <a:p>
            <a:pPr marL="0" lvl="0" indent="0" algn="ctr">
              <a:lnSpc>
                <a:spcPts val="7920"/>
              </a:lnSpc>
            </a:pPr>
            <a:r>
              <a:rPr lang="en-US" sz="6000" b="1" dirty="0">
                <a:solidFill>
                  <a:schemeClr val="bg1"/>
                </a:solidFill>
                <a:latin typeface="Canva Sans Bold"/>
                <a:ea typeface="Canva Sans Bold"/>
                <a:cs typeface="Canva Sans Bold"/>
                <a:sym typeface="Canva Sans Bold"/>
              </a:rPr>
              <a:t>How life evolves.</a:t>
            </a:r>
          </a:p>
        </p:txBody>
      </p:sp>
      <p:sp>
        <p:nvSpPr>
          <p:cNvPr id="4" name="TextBox 3">
            <a:extLst>
              <a:ext uri="{FF2B5EF4-FFF2-40B4-BE49-F238E27FC236}">
                <a16:creationId xmlns:a16="http://schemas.microsoft.com/office/drawing/2014/main" id="{F89F3726-3C48-04FA-0888-202CD2D075A5}"/>
              </a:ext>
            </a:extLst>
          </p:cNvPr>
          <p:cNvSpPr txBox="1"/>
          <p:nvPr/>
        </p:nvSpPr>
        <p:spPr>
          <a:xfrm>
            <a:off x="20851586" y="3151414"/>
            <a:ext cx="184731" cy="369332"/>
          </a:xfrm>
          <a:prstGeom prst="rect">
            <a:avLst/>
          </a:prstGeom>
          <a:solidFill>
            <a:schemeClr val="bg2">
              <a:lumMod val="50000"/>
            </a:schemeClr>
          </a:solidFill>
        </p:spPr>
        <p:txBody>
          <a:bodyPr wrap="none" rtlCol="0">
            <a:spAutoFit/>
          </a:bodyPr>
          <a:lstStyle/>
          <a:p>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636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CFDAA6"/>
        </a:solidFill>
        <a:effectLst/>
      </p:bgPr>
    </p:bg>
    <p:spTree>
      <p:nvGrpSpPr>
        <p:cNvPr id="1" name=""/>
        <p:cNvGrpSpPr/>
        <p:nvPr/>
      </p:nvGrpSpPr>
      <p:grpSpPr>
        <a:xfrm>
          <a:off x="0" y="0"/>
          <a:ext cx="0" cy="0"/>
          <a:chOff x="0" y="0"/>
          <a:chExt cx="0" cy="0"/>
        </a:xfrm>
      </p:grpSpPr>
      <p:sp>
        <p:nvSpPr>
          <p:cNvPr id="2" name="AutoShape 2"/>
          <p:cNvSpPr/>
          <p:nvPr/>
        </p:nvSpPr>
        <p:spPr>
          <a:xfrm>
            <a:off x="0" y="0"/>
            <a:ext cx="6419850" cy="10287000"/>
          </a:xfrm>
          <a:prstGeom prst="rect">
            <a:avLst/>
          </a:prstGeom>
          <a:solidFill>
            <a:srgbClr val="FFFFFF"/>
          </a:solidFill>
        </p:spPr>
      </p:sp>
      <p:grpSp>
        <p:nvGrpSpPr>
          <p:cNvPr id="3" name="Group 3"/>
          <p:cNvGrpSpPr/>
          <p:nvPr/>
        </p:nvGrpSpPr>
        <p:grpSpPr>
          <a:xfrm>
            <a:off x="1028700" y="1028700"/>
            <a:ext cx="10782300" cy="8229600"/>
            <a:chOff x="0" y="0"/>
            <a:chExt cx="1064919" cy="812800"/>
          </a:xfrm>
        </p:grpSpPr>
        <p:sp>
          <p:nvSpPr>
            <p:cNvPr id="4" name="Freeform 4"/>
            <p:cNvSpPr/>
            <p:nvPr/>
          </p:nvSpPr>
          <p:spPr>
            <a:xfrm>
              <a:off x="0" y="0"/>
              <a:ext cx="1064919" cy="812800"/>
            </a:xfrm>
            <a:custGeom>
              <a:avLst/>
              <a:gdLst/>
              <a:ahLst/>
              <a:cxnLst/>
              <a:rect l="l" t="t" r="r" b="b"/>
              <a:pathLst>
                <a:path w="1064919" h="812800">
                  <a:moveTo>
                    <a:pt x="0" y="0"/>
                  </a:moveTo>
                  <a:lnTo>
                    <a:pt x="1064919" y="0"/>
                  </a:lnTo>
                  <a:lnTo>
                    <a:pt x="1064919" y="812800"/>
                  </a:lnTo>
                  <a:lnTo>
                    <a:pt x="0" y="812800"/>
                  </a:lnTo>
                  <a:close/>
                </a:path>
              </a:pathLst>
            </a:custGeom>
            <a:blipFill>
              <a:blip r:embed="rId2"/>
              <a:stretch>
                <a:fillRect t="-9666" b="-9666"/>
              </a:stretch>
            </a:blipFill>
          </p:spPr>
        </p:sp>
      </p:grpSp>
      <p:sp>
        <p:nvSpPr>
          <p:cNvPr id="5" name="Freeform 5"/>
          <p:cNvSpPr/>
          <p:nvPr/>
        </p:nvSpPr>
        <p:spPr>
          <a:xfrm>
            <a:off x="13568900" y="3695515"/>
            <a:ext cx="2853847" cy="2895970"/>
          </a:xfrm>
          <a:custGeom>
            <a:avLst/>
            <a:gdLst/>
            <a:ahLst/>
            <a:cxnLst/>
            <a:rect l="l" t="t" r="r" b="b"/>
            <a:pathLst>
              <a:path w="2853847" h="2895970">
                <a:moveTo>
                  <a:pt x="0" y="0"/>
                </a:moveTo>
                <a:lnTo>
                  <a:pt x="2853847" y="0"/>
                </a:lnTo>
                <a:lnTo>
                  <a:pt x="2853847" y="2895970"/>
                </a:lnTo>
                <a:lnTo>
                  <a:pt x="0" y="289597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13075247" y="4591050"/>
            <a:ext cx="3841153" cy="1047750"/>
          </a:xfrm>
          <a:prstGeom prst="rect">
            <a:avLst/>
          </a:prstGeom>
        </p:spPr>
        <p:txBody>
          <a:bodyPr lIns="0" tIns="0" rIns="0" bIns="0" rtlCol="0" anchor="t">
            <a:spAutoFit/>
          </a:bodyPr>
          <a:lstStyle/>
          <a:p>
            <a:pPr marL="0" lvl="0" indent="0" algn="ctr">
              <a:lnSpc>
                <a:spcPts val="4200"/>
              </a:lnSpc>
            </a:pPr>
            <a:r>
              <a:rPr lang="en-US" sz="3000" b="1" u="none">
                <a:solidFill>
                  <a:srgbClr val="000000"/>
                </a:solidFill>
                <a:latin typeface="Canva Sans Bold"/>
                <a:ea typeface="Canva Sans Bold"/>
                <a:cs typeface="Canva Sans Bold"/>
                <a:sym typeface="Canva Sans Bold"/>
              </a:rPr>
              <a:t>purpose </a:t>
            </a:r>
          </a:p>
          <a:p>
            <a:pPr marL="0" lvl="0" indent="0" algn="ctr">
              <a:lnSpc>
                <a:spcPts val="4200"/>
              </a:lnSpc>
            </a:pPr>
            <a:r>
              <a:rPr lang="en-US" sz="3000" b="1" u="none">
                <a:solidFill>
                  <a:srgbClr val="000000"/>
                </a:solidFill>
                <a:latin typeface="Canva Sans Bold"/>
                <a:ea typeface="Canva Sans Bold"/>
                <a:cs typeface="Canva Sans Bold"/>
                <a:sym typeface="Canva Sans Bold"/>
              </a:rPr>
              <a:t>value</a:t>
            </a: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CFDAA6"/>
        </a:solidFill>
        <a:effectLst/>
      </p:bgPr>
    </p:bg>
    <p:spTree>
      <p:nvGrpSpPr>
        <p:cNvPr id="1" name=""/>
        <p:cNvGrpSpPr/>
        <p:nvPr/>
      </p:nvGrpSpPr>
      <p:grpSpPr>
        <a:xfrm>
          <a:off x="0" y="0"/>
          <a:ext cx="0" cy="0"/>
          <a:chOff x="0" y="0"/>
          <a:chExt cx="0" cy="0"/>
        </a:xfrm>
      </p:grpSpPr>
      <p:sp>
        <p:nvSpPr>
          <p:cNvPr id="2" name="AutoShape 2"/>
          <p:cNvSpPr/>
          <p:nvPr/>
        </p:nvSpPr>
        <p:spPr>
          <a:xfrm>
            <a:off x="1828251" y="4652729"/>
            <a:ext cx="5122944" cy="0"/>
          </a:xfrm>
          <a:prstGeom prst="line">
            <a:avLst/>
          </a:prstGeom>
          <a:ln w="38100" cap="flat">
            <a:solidFill>
              <a:srgbClr val="000000"/>
            </a:solidFill>
            <a:prstDash val="solid"/>
            <a:headEnd type="none" w="sm" len="sm"/>
            <a:tailEnd type="none" w="sm" len="sm"/>
          </a:ln>
        </p:spPr>
      </p:sp>
      <p:sp>
        <p:nvSpPr>
          <p:cNvPr id="3" name="Freeform 3"/>
          <p:cNvSpPr/>
          <p:nvPr/>
        </p:nvSpPr>
        <p:spPr>
          <a:xfrm>
            <a:off x="11687607" y="1404104"/>
            <a:ext cx="6040254" cy="5163751"/>
          </a:xfrm>
          <a:custGeom>
            <a:avLst/>
            <a:gdLst/>
            <a:ahLst/>
            <a:cxnLst/>
            <a:rect l="l" t="t" r="r" b="b"/>
            <a:pathLst>
              <a:path w="6040254" h="5163751">
                <a:moveTo>
                  <a:pt x="0" y="0"/>
                </a:moveTo>
                <a:lnTo>
                  <a:pt x="6040254" y="0"/>
                </a:lnTo>
                <a:lnTo>
                  <a:pt x="6040254" y="5163750"/>
                </a:lnTo>
                <a:lnTo>
                  <a:pt x="0" y="5163750"/>
                </a:lnTo>
                <a:lnTo>
                  <a:pt x="0" y="0"/>
                </a:lnTo>
                <a:close/>
              </a:path>
            </a:pathLst>
          </a:custGeom>
          <a:blipFill>
            <a:blip r:embed="rId2"/>
            <a:stretch>
              <a:fillRect/>
            </a:stretch>
          </a:blipFill>
        </p:spPr>
      </p:sp>
      <p:sp>
        <p:nvSpPr>
          <p:cNvPr id="4" name="TextBox 4"/>
          <p:cNvSpPr txBox="1"/>
          <p:nvPr/>
        </p:nvSpPr>
        <p:spPr>
          <a:xfrm>
            <a:off x="1800799" y="2804877"/>
            <a:ext cx="7768719" cy="1181102"/>
          </a:xfrm>
          <a:prstGeom prst="rect">
            <a:avLst/>
          </a:prstGeom>
        </p:spPr>
        <p:txBody>
          <a:bodyPr lIns="0" tIns="0" rIns="0" bIns="0" rtlCol="0" anchor="t">
            <a:spAutoFit/>
          </a:bodyPr>
          <a:lstStyle/>
          <a:p>
            <a:pPr marL="0" lvl="0" indent="0" algn="l">
              <a:lnSpc>
                <a:spcPts val="8925"/>
              </a:lnSpc>
            </a:pPr>
            <a:r>
              <a:rPr lang="en-US" sz="8500" b="1">
                <a:solidFill>
                  <a:srgbClr val="000000"/>
                </a:solidFill>
                <a:latin typeface="Canva Sans Bold"/>
                <a:ea typeface="Canva Sans Bold"/>
                <a:cs typeface="Canva Sans Bold"/>
                <a:sym typeface="Canva Sans Bold"/>
              </a:rPr>
              <a:t>conclusion</a:t>
            </a:r>
          </a:p>
        </p:txBody>
      </p:sp>
      <p:grpSp>
        <p:nvGrpSpPr>
          <p:cNvPr id="5" name="Group 5"/>
          <p:cNvGrpSpPr/>
          <p:nvPr/>
        </p:nvGrpSpPr>
        <p:grpSpPr>
          <a:xfrm>
            <a:off x="1068494" y="5143500"/>
            <a:ext cx="12181218" cy="4819073"/>
            <a:chOff x="0" y="0"/>
            <a:chExt cx="16241624" cy="6425431"/>
          </a:xfrm>
        </p:grpSpPr>
        <p:sp>
          <p:nvSpPr>
            <p:cNvPr id="6" name="TextBox 6"/>
            <p:cNvSpPr txBox="1"/>
            <p:nvPr/>
          </p:nvSpPr>
          <p:spPr>
            <a:xfrm>
              <a:off x="0" y="1333297"/>
              <a:ext cx="16241624" cy="5092134"/>
            </a:xfrm>
            <a:prstGeom prst="rect">
              <a:avLst/>
            </a:prstGeom>
          </p:spPr>
          <p:txBody>
            <a:bodyPr lIns="0" tIns="0" rIns="0" bIns="0" rtlCol="0" anchor="t">
              <a:spAutoFit/>
            </a:bodyPr>
            <a:lstStyle/>
            <a:p>
              <a:pPr marL="471858" lvl="1" indent="-235929" algn="l">
                <a:lnSpc>
                  <a:spcPts val="3059"/>
                </a:lnSpc>
                <a:buFont typeface="Arial"/>
                <a:buChar char="•"/>
              </a:pPr>
              <a:r>
                <a:rPr lang="en-US" sz="2185">
                  <a:solidFill>
                    <a:srgbClr val="000000"/>
                  </a:solidFill>
                  <a:latin typeface="Canva Sans"/>
                  <a:ea typeface="Canva Sans"/>
                  <a:cs typeface="Canva Sans"/>
                  <a:sym typeface="Canva Sans"/>
                </a:rPr>
                <a:t>Life is a continuous process of evolution and growth.</a:t>
              </a:r>
            </a:p>
            <a:p>
              <a:pPr marL="471858" lvl="1" indent="-235929" algn="l">
                <a:lnSpc>
                  <a:spcPts val="3059"/>
                </a:lnSpc>
                <a:buFont typeface="Arial"/>
                <a:buChar char="•"/>
              </a:pPr>
              <a:r>
                <a:rPr lang="en-US" sz="2185">
                  <a:solidFill>
                    <a:srgbClr val="000000"/>
                  </a:solidFill>
                  <a:latin typeface="Canva Sans"/>
                  <a:ea typeface="Canva Sans"/>
                  <a:cs typeface="Canva Sans"/>
                  <a:sym typeface="Canva Sans"/>
                </a:rPr>
                <a:t>Every stage of life presents challenges and struggles that shape our character.</a:t>
              </a:r>
            </a:p>
            <a:p>
              <a:pPr marL="471858" lvl="1" indent="-235929" algn="l">
                <a:lnSpc>
                  <a:spcPts val="3059"/>
                </a:lnSpc>
                <a:buFont typeface="Arial"/>
                <a:buChar char="•"/>
              </a:pPr>
              <a:r>
                <a:rPr lang="en-US" sz="2185">
                  <a:solidFill>
                    <a:srgbClr val="000000"/>
                  </a:solidFill>
                  <a:latin typeface="Canva Sans"/>
                  <a:ea typeface="Canva Sans"/>
                  <a:cs typeface="Canva Sans"/>
                  <a:sym typeface="Canva Sans"/>
                </a:rPr>
                <a:t>Failures serve as learning experiences that lead to personal and professional development.</a:t>
              </a:r>
            </a:p>
            <a:p>
              <a:pPr marL="471858" lvl="1" indent="-235929" algn="l">
                <a:lnSpc>
                  <a:spcPts val="3059"/>
                </a:lnSpc>
                <a:buFont typeface="Arial"/>
                <a:buChar char="•"/>
              </a:pPr>
              <a:r>
                <a:rPr lang="en-US" sz="2185">
                  <a:solidFill>
                    <a:srgbClr val="000000"/>
                  </a:solidFill>
                  <a:latin typeface="Canva Sans"/>
                  <a:ea typeface="Canva Sans"/>
                  <a:cs typeface="Canva Sans"/>
                  <a:sym typeface="Canva Sans"/>
                </a:rPr>
                <a:t>Hard work and perseverance transform challenges into success.</a:t>
              </a:r>
            </a:p>
            <a:p>
              <a:pPr marL="471858" lvl="1" indent="-235929" algn="l">
                <a:lnSpc>
                  <a:spcPts val="3059"/>
                </a:lnSpc>
                <a:buFont typeface="Arial"/>
                <a:buChar char="•"/>
              </a:pPr>
              <a:r>
                <a:rPr lang="en-US" sz="2185">
                  <a:solidFill>
                    <a:srgbClr val="000000"/>
                  </a:solidFill>
                  <a:latin typeface="Canva Sans"/>
                  <a:ea typeface="Canva Sans"/>
                  <a:cs typeface="Canva Sans"/>
                  <a:sym typeface="Canva Sans"/>
                </a:rPr>
                <a:t>Purpose and values give meaning to our efforts and decisions.</a:t>
              </a:r>
            </a:p>
            <a:p>
              <a:pPr marL="471858" lvl="1" indent="-235929" algn="l">
                <a:lnSpc>
                  <a:spcPts val="3059"/>
                </a:lnSpc>
                <a:buFont typeface="Arial"/>
                <a:buChar char="•"/>
              </a:pPr>
              <a:r>
                <a:rPr lang="en-US" sz="2185">
                  <a:solidFill>
                    <a:srgbClr val="000000"/>
                  </a:solidFill>
                  <a:latin typeface="Canva Sans"/>
                  <a:ea typeface="Canva Sans"/>
                  <a:cs typeface="Canva Sans"/>
                  <a:sym typeface="Canva Sans"/>
                </a:rPr>
                <a:t>Understanding life’s journey helps us grow into responsible, confident, and value-driven individuals.        </a:t>
              </a:r>
            </a:p>
            <a:p>
              <a:pPr algn="l">
                <a:lnSpc>
                  <a:spcPts val="3059"/>
                </a:lnSpc>
              </a:pPr>
              <a:r>
                <a:rPr lang="en-US" sz="2185">
                  <a:solidFill>
                    <a:srgbClr val="000000"/>
                  </a:solidFill>
                  <a:latin typeface="Canva Sans"/>
                  <a:ea typeface="Canva Sans"/>
                  <a:cs typeface="Canva Sans"/>
                  <a:sym typeface="Canva Sans"/>
                </a:rPr>
                <a:t>                                                                                   </a:t>
              </a:r>
              <a:r>
                <a:rPr lang="en-US" sz="2185" b="1">
                  <a:solidFill>
                    <a:srgbClr val="000000"/>
                  </a:solidFill>
                  <a:latin typeface="Canva Sans Bold"/>
                  <a:ea typeface="Canva Sans Bold"/>
                  <a:cs typeface="Canva Sans Bold"/>
                  <a:sym typeface="Canva Sans Bold"/>
                </a:rPr>
                <a:t>THANK YOU ......!</a:t>
              </a:r>
            </a:p>
            <a:p>
              <a:pPr algn="l">
                <a:lnSpc>
                  <a:spcPts val="3059"/>
                </a:lnSpc>
              </a:pPr>
              <a:endParaRPr lang="en-US" sz="2185" b="1">
                <a:solidFill>
                  <a:srgbClr val="000000"/>
                </a:solidFill>
                <a:latin typeface="Canva Sans Bold"/>
                <a:ea typeface="Canva Sans Bold"/>
                <a:cs typeface="Canva Sans Bold"/>
                <a:sym typeface="Canva Sans Bold"/>
              </a:endParaRPr>
            </a:p>
          </p:txBody>
        </p:sp>
        <p:sp>
          <p:nvSpPr>
            <p:cNvPr id="7" name="TextBox 7"/>
            <p:cNvSpPr txBox="1"/>
            <p:nvPr/>
          </p:nvSpPr>
          <p:spPr>
            <a:xfrm>
              <a:off x="36603" y="-57150"/>
              <a:ext cx="15650599" cy="666750"/>
            </a:xfrm>
            <a:prstGeom prst="rect">
              <a:avLst/>
            </a:prstGeom>
          </p:spPr>
          <p:txBody>
            <a:bodyPr lIns="0" tIns="0" rIns="0" bIns="0" rtlCol="0" anchor="t">
              <a:spAutoFit/>
            </a:bodyPr>
            <a:lstStyle/>
            <a:p>
              <a:pPr marL="0" lvl="0" indent="0" algn="l">
                <a:lnSpc>
                  <a:spcPts val="4200"/>
                </a:lnSpc>
              </a:pPr>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251</Words>
  <Application>Microsoft Office PowerPoint</Application>
  <PresentationFormat>Custom</PresentationFormat>
  <Paragraphs>29</Paragraphs>
  <Slides>6</Slides>
  <Notes>0</Notes>
  <HiddenSlides>0</HiddenSlides>
  <MMClips>1</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vt:i4>
      </vt:variant>
    </vt:vector>
  </HeadingPairs>
  <TitlesOfParts>
    <vt:vector size="14" baseType="lpstr">
      <vt:lpstr>Montserrat</vt:lpstr>
      <vt:lpstr>Canva Sans Bold</vt:lpstr>
      <vt:lpstr>Canva Sans Bold Italics</vt:lpstr>
      <vt:lpstr>Canva Sans</vt:lpstr>
      <vt:lpstr>RoxboroughCF Bold</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Subheading</dc:title>
  <dc:creator>USER</dc:creator>
  <cp:lastModifiedBy>anjali singh</cp:lastModifiedBy>
  <cp:revision>1</cp:revision>
  <dcterms:created xsi:type="dcterms:W3CDTF">2006-08-16T00:00:00Z</dcterms:created>
  <dcterms:modified xsi:type="dcterms:W3CDTF">2026-02-02T12:55:46Z</dcterms:modified>
  <dc:identifier>DAG_6LFGqAo</dc:identifier>
</cp:coreProperties>
</file>